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746" y="114"/>
      </p:cViewPr>
      <p:guideLst>
        <p:guide orient="horz" pos="2160"/>
        <p:guide pos="2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50C0-4D27-42D8-AFA3-89F50971EE3C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16F5-5D06-46AC-B59A-D0EDC9BB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547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50C0-4D27-42D8-AFA3-89F50971EE3C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16F5-5D06-46AC-B59A-D0EDC9BB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294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50C0-4D27-42D8-AFA3-89F50971EE3C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16F5-5D06-46AC-B59A-D0EDC9BB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147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50C0-4D27-42D8-AFA3-89F50971EE3C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16F5-5D06-46AC-B59A-D0EDC9BB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104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50C0-4D27-42D8-AFA3-89F50971EE3C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16F5-5D06-46AC-B59A-D0EDC9BB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176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50C0-4D27-42D8-AFA3-89F50971EE3C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16F5-5D06-46AC-B59A-D0EDC9BB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30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50C0-4D27-42D8-AFA3-89F50971EE3C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16F5-5D06-46AC-B59A-D0EDC9BB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051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50C0-4D27-42D8-AFA3-89F50971EE3C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16F5-5D06-46AC-B59A-D0EDC9BB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1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50C0-4D27-42D8-AFA3-89F50971EE3C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16F5-5D06-46AC-B59A-D0EDC9BB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247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50C0-4D27-42D8-AFA3-89F50971EE3C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16F5-5D06-46AC-B59A-D0EDC9BB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319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50C0-4D27-42D8-AFA3-89F50971EE3C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016F5-5D06-46AC-B59A-D0EDC9BB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088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E50C0-4D27-42D8-AFA3-89F50971EE3C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016F5-5D06-46AC-B59A-D0EDC9BBC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288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ACBF55A-40AD-1A01-F377-25EFF9DA8E60}"/>
              </a:ext>
            </a:extLst>
          </p:cNvPr>
          <p:cNvSpPr txBox="1"/>
          <p:nvPr/>
        </p:nvSpPr>
        <p:spPr>
          <a:xfrm rot="2158193">
            <a:off x="179604" y="4766958"/>
            <a:ext cx="36718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latin typeface="Arial Black" panose="020B0A04020102020204" pitchFamily="34" charset="0"/>
                <a:cs typeface="Arial" panose="020B0604020202020204" pitchFamily="34" charset="0"/>
              </a:rPr>
              <a:t>Genotype</a:t>
            </a:r>
            <a:endParaRPr lang="zh-CN" altLang="en-US" sz="44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3ED6C6-0105-E3E0-C225-707BF5F90799}"/>
              </a:ext>
            </a:extLst>
          </p:cNvPr>
          <p:cNvSpPr txBox="1"/>
          <p:nvPr/>
        </p:nvSpPr>
        <p:spPr>
          <a:xfrm rot="18728064">
            <a:off x="5324694" y="4459333"/>
            <a:ext cx="36766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latin typeface="Arial Black" panose="020B0A04020102020204" pitchFamily="34" charset="0"/>
                <a:cs typeface="Arial" panose="020B0604020202020204" pitchFamily="34" charset="0"/>
              </a:rPr>
              <a:t>Phenotype</a:t>
            </a:r>
            <a:endParaRPr lang="zh-CN" altLang="en-US" sz="44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60892B-D635-C706-5D71-9CFF2CA36F9E}"/>
              </a:ext>
            </a:extLst>
          </p:cNvPr>
          <p:cNvSpPr txBox="1"/>
          <p:nvPr/>
        </p:nvSpPr>
        <p:spPr>
          <a:xfrm>
            <a:off x="2481502" y="652256"/>
            <a:ext cx="41270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latin typeface="Arial Black" panose="020B0A04020102020204" pitchFamily="34" charset="0"/>
                <a:cs typeface="Arial" panose="020B0604020202020204" pitchFamily="34" charset="0"/>
              </a:rPr>
              <a:t>Expression</a:t>
            </a:r>
            <a:endParaRPr lang="zh-CN" altLang="en-US" sz="44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DA96D5-5452-E883-A890-64D6E3DD7C6A}"/>
              </a:ext>
            </a:extLst>
          </p:cNvPr>
          <p:cNvSpPr txBox="1"/>
          <p:nvPr/>
        </p:nvSpPr>
        <p:spPr>
          <a:xfrm rot="18182192">
            <a:off x="1628893" y="2719844"/>
            <a:ext cx="3075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eGWAS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eQTL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3320589-B41E-8737-FD67-79DE88A8E80F}"/>
              </a:ext>
            </a:extLst>
          </p:cNvPr>
          <p:cNvSpPr txBox="1"/>
          <p:nvPr/>
        </p:nvSpPr>
        <p:spPr>
          <a:xfrm>
            <a:off x="3023248" y="5020456"/>
            <a:ext cx="3075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GWAS/QTL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D247E16-D0D4-7547-050D-F375A6D9D95B}"/>
              </a:ext>
            </a:extLst>
          </p:cNvPr>
          <p:cNvSpPr txBox="1"/>
          <p:nvPr/>
        </p:nvSpPr>
        <p:spPr>
          <a:xfrm rot="3315784">
            <a:off x="4327550" y="2616476"/>
            <a:ext cx="3075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TWAS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等腰三角形 25">
            <a:extLst>
              <a:ext uri="{FF2B5EF4-FFF2-40B4-BE49-F238E27FC236}">
                <a16:creationId xmlns:a16="http://schemas.microsoft.com/office/drawing/2014/main" id="{B85342AC-9F52-6735-1B7E-0368B03DB650}"/>
              </a:ext>
            </a:extLst>
          </p:cNvPr>
          <p:cNvSpPr/>
          <p:nvPr/>
        </p:nvSpPr>
        <p:spPr>
          <a:xfrm>
            <a:off x="2389224" y="1455800"/>
            <a:ext cx="4311577" cy="3354151"/>
          </a:xfrm>
          <a:prstGeom prst="triangl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F3227D4-C9CC-77DD-672B-BFD16527C309}"/>
              </a:ext>
            </a:extLst>
          </p:cNvPr>
          <p:cNvSpPr txBox="1"/>
          <p:nvPr/>
        </p:nvSpPr>
        <p:spPr>
          <a:xfrm>
            <a:off x="3347683" y="3219487"/>
            <a:ext cx="22967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Genetic</a:t>
            </a:r>
          </a:p>
          <a:p>
            <a:pPr algn="ctr"/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Regulation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984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</TotalTime>
  <Words>12</Words>
  <Application>Microsoft Office PowerPoint</Application>
  <PresentationFormat>全屏显示(4:3)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鹏飞 王</dc:creator>
  <cp:lastModifiedBy>鹏飞 王</cp:lastModifiedBy>
  <cp:revision>5</cp:revision>
  <dcterms:created xsi:type="dcterms:W3CDTF">2025-11-13T10:20:48Z</dcterms:created>
  <dcterms:modified xsi:type="dcterms:W3CDTF">2025-11-14T08:13:33Z</dcterms:modified>
</cp:coreProperties>
</file>