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7F90D-4C4D-4A97-9F05-194E739AF37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2A540-76B6-4FB0-B5E5-8AAA1D55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0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A540-76B6-4FB0-B5E5-8AAA1D557E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38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CD6B1-1B2A-4D75-1753-9C814AE47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4DBB55-35C5-BCB6-6F3F-2137E6D92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914C7-0EA6-AB17-2B79-BA6236AA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8D2A2-ECF3-E87E-C2C1-1EA9867E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59EA7-1D37-F457-A0DD-4C93541D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83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88907-6F34-90F1-4CF7-1550B359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86E98-D727-F4B1-5170-755001BC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69A6A-A76C-F409-E29E-3476FD28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4D25B2-2968-06F6-2CD7-4C532DA9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C62AF-D391-8800-CA4A-38F491CA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6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76A2A-C1DD-8725-16E0-68F4E7D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20364-2F7C-700E-2AA7-8BC5EFD0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B8799-DA4B-9B39-AC2C-156CC2D4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E2324D-A166-824F-2D18-230C33D5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575B9-3357-D72B-BFAE-86D9CAD8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41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88208-EA5E-C7D1-3827-4EE42D0C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4A087-02AD-B9B9-83C6-0B493CA3B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A3F519-234A-2385-F85D-EC92D47DA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45CDB-D5E7-7EF0-5B33-583946AF3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D35A31-62CF-4EBC-7FBE-98B50900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67E419-7F6B-BB92-1ED0-5913593B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23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0F149-CC1A-9537-387A-FA285A3E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2D4EB-9705-AE74-069C-170F60C0D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E04557-878A-B19F-4A46-9C8AE1912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738524-9A5B-3B19-8ED5-44082845E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D50FDD-14E7-5127-7FCC-F4424E1B9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60783B-62D3-9499-0DDE-85C31088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CFED18-D625-F92E-5CAC-0801E739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EDF783-41F3-0A7D-EFDE-ECB5EB63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69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FC071-03EA-80B5-8339-4FEEB9C2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3E4B63-1865-A1A4-BE95-865797F1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A1BF45-3653-0F27-13D0-DD572BA2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CCC004-FCE2-8126-7387-43BCACC8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3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4B912F-1282-A86B-A636-EC8E1A1E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E377B1-4F18-146F-50A7-8DDC6EDF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45A42-2A94-09F3-3DB4-2BF4B25C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46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D990C-DC2B-3153-D43C-0ED67B56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F0146-929A-3C8E-C2D7-DD2832507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6A8D87-5A18-29DE-3823-5A6641112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654AF-6E29-3B43-9A98-3459C46A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A59366-2898-1915-1CE8-190A680F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01E4B6-8AF5-3248-893D-26F3F6EF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00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72D8-280C-E235-BC13-830790C4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24D8D3-DCA6-ED5B-F407-D6C68911A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A6BB7-4967-7BF6-3BF4-279E52CC3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3877A0-69ED-F03D-724C-913B6BC8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D1953D-4BEB-60BD-8CFB-49054052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97C7F3-A9B6-A76E-1AA2-DDED3AD1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09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5D9F2-5EFF-5D06-DDEA-1D21DA7E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385E45-8CDE-5A45-B23C-B6A1D8165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DD610-DDAA-2869-6506-7EE87814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DB72D8-A205-D2D3-41BF-381ADF12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071E2-BFF5-CD76-1AC5-B5FA9A6F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7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960DB5-30BB-4CCD-4652-A1914A930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F6EEE0-4E97-F557-A0CB-1FC3F6FE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73809-6A4E-3072-7BA3-4D9EF43C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57FC1-F45C-B4CB-DBE2-EA5C7C8E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7B437-345B-C5E0-BB55-BA16FDE8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95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4CAE2C-B696-A902-76CD-7EEC44AF4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027D39-1060-3108-1B51-53EF9639C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EBA69-C80A-5DF5-CB4F-131BD9657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87D6-9516-4160-A226-0F529C1078F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4E7EB-45C8-9D35-B494-3CC2FC425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CA9CD6-FBC5-DA7E-4D42-A6765529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0C7DC-FDA1-48BD-BFE4-8D3F20045E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85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20875-C156-361A-42A1-0075A7F01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A9E6A4-BE4E-ABAC-267B-D31CEF3D3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75E51D-D4CB-85E9-1E33-7B47D4C35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r="3805"/>
          <a:stretch>
            <a:fillRect/>
          </a:stretch>
        </p:blipFill>
        <p:spPr>
          <a:xfrm>
            <a:off x="7920183" y="1100351"/>
            <a:ext cx="3858490" cy="4014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E4ADD3-A426-D4BF-B712-B42277D11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8493"/>
          <a:stretch>
            <a:fillRect/>
          </a:stretch>
        </p:blipFill>
        <p:spPr>
          <a:xfrm>
            <a:off x="4061692" y="1100353"/>
            <a:ext cx="3858490" cy="40143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D8C4748-3701-793E-6E82-8868504036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1" r="9074"/>
          <a:stretch>
            <a:fillRect/>
          </a:stretch>
        </p:blipFill>
        <p:spPr>
          <a:xfrm>
            <a:off x="203201" y="1100353"/>
            <a:ext cx="3858491" cy="401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8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87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764B-8104-7B96-B3F1-36FFB574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01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0D0D-DBEB-2E5D-625F-5F69B775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29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5EF0-3486-32BD-EF83-257ECBF6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13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44E8-6EE5-2106-8871-4ACA6A70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EB45-CA45-2AF3-2A07-9E197AA9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795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EB976-6EA1-E9FE-E96D-2A754854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19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B9C7-B043-2950-5DB2-F45D8515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E3C583-CD6D-8C71-07C9-8BD854695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833841"/>
            <a:ext cx="3813725" cy="360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5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宽屏</PresentationFormat>
  <Paragraphs>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鹏飞 王</dc:creator>
  <cp:lastModifiedBy>鹏飞 王</cp:lastModifiedBy>
  <cp:revision>2</cp:revision>
  <dcterms:created xsi:type="dcterms:W3CDTF">2026-01-05T08:14:02Z</dcterms:created>
  <dcterms:modified xsi:type="dcterms:W3CDTF">2026-01-05T08:24:54Z</dcterms:modified>
</cp:coreProperties>
</file>