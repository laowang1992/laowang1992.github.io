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14" y="1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26C023-F86D-54CE-1CA0-EC72788BC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6DE71B7-8DED-7D2C-C0AD-9E1C85C1D3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102BD7-9E9B-CD7C-4CD1-42EDC873A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3EB85-4062-47DD-9FF4-7DBAD9822735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31CE52-3998-1497-073A-D7567B7AB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32423B-35EA-8210-72D0-BE16F0999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91DA5-1BB7-4F24-BBEF-875EC84A17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797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78C248-93B3-B25B-274A-34C58571B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2EAB1F-C11E-7E69-EA3A-474BF37E5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814E0E-8B87-A341-99B5-D2AEE289D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3EB85-4062-47DD-9FF4-7DBAD9822735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5C72A2-ED07-F131-1119-EFF9D85E2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115B90-ABD4-9741-E241-A9867C580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91DA5-1BB7-4F24-BBEF-875EC84A17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81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93FDC5-3C17-906D-5AF3-6AE342FE6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EFADA2-D372-C01F-687F-786ADB23A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804DD4-3676-FF96-B663-2FA5D97DB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3EB85-4062-47DD-9FF4-7DBAD9822735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DA91D0-1F95-3276-A557-14C41CB30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6F0550-2F36-4C41-D50D-ABB34A5C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91DA5-1BB7-4F24-BBEF-875EC84A17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677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F29778-9A48-A095-E75D-85717BA1B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5C0F8F-D1E3-D601-1CCB-797F59E399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CF6952-D79B-7AF3-3F80-C33D54D51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165A45-FFFF-4979-64FC-E4C04D6D3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3EB85-4062-47DD-9FF4-7DBAD9822735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3F14AE-C81D-FB9B-CEC1-5792E4C43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BD997B-17ED-4F96-456C-4C1CF0F58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91DA5-1BB7-4F24-BBEF-875EC84A17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79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15AFC1-D64E-E9F1-B583-B3B1D3EA9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944545-5C42-EA1D-1A68-0D3F6F086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5380D7-92EE-832A-8CB9-F9D60FFE0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3A3896A-9446-89DC-F78E-0D2B9B9F8E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6879F2-9B57-5953-0FF4-155D156D98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53E3398-0B41-19AE-A803-62F6263C6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3EB85-4062-47DD-9FF4-7DBAD9822735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89A42B3-DEEB-D0E9-E439-10AA0A47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FE8898C-F93E-2C6D-712B-437D613E1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91DA5-1BB7-4F24-BBEF-875EC84A17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1131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68C1E0-088B-8025-798C-C4FEF4396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507390B-A6E2-E7A9-17CF-FD5042ED7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3EB85-4062-47DD-9FF4-7DBAD9822735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C04A58A-A56B-463A-07C8-9AA275C69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0105A03-219C-1A67-FB6A-713037A05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91DA5-1BB7-4F24-BBEF-875EC84A17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0248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95C4D36-7C5A-BE9F-0473-792A52049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3EB85-4062-47DD-9FF4-7DBAD9822735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8549D50-1416-895F-FF31-CC417B6B7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3D1F8E-4934-29B8-26DC-F178F45BF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91DA5-1BB7-4F24-BBEF-875EC84A17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04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6EC6E-DB4B-2148-AF04-8171DA0C6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196D5D-9762-A9E6-4A65-9CF1F0098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9433B5-84F8-6E6F-FD51-761415B2D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CB022A-6E46-A471-51A3-29448339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3EB85-4062-47DD-9FF4-7DBAD9822735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6D6405-D29A-D4AA-1232-399868F90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5C4B96-46BC-6CB7-49F2-2E26EC014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91DA5-1BB7-4F24-BBEF-875EC84A17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741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50FD2C-EE75-9FD8-AA4E-CFFD25C0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2A67B44-7035-5028-3796-47EA86920A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51884C-6D5C-A5BB-2884-12181ADE2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C550AF-8262-9CF0-C525-94FCA8D4E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3EB85-4062-47DD-9FF4-7DBAD9822735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F13BE9-DC6C-C13F-B121-1A5EA2DDB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950281-8685-8D82-C8BC-A2E893BE2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91DA5-1BB7-4F24-BBEF-875EC84A17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160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E2DFC1-A743-B3B5-7F2B-5F2E3F57F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9C34B5-6014-1F7B-936E-1B7DD207FC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543D46-908B-A0DB-D04A-763F0E39A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3EB85-4062-47DD-9FF4-7DBAD9822735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283B6F-CDE9-8A6C-94D4-0472BE90B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16C251-4E53-D5FB-AC3E-DEDEA872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91DA5-1BB7-4F24-BBEF-875EC84A17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273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9D9B534-106A-0904-8CC3-6A561D0E86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2ABA90-0D54-BB5C-4617-A32A0EA5D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3B5A46-B5EB-C84C-4813-05452030C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3EB85-4062-47DD-9FF4-7DBAD9822735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FA9D73-FDFB-18E2-046E-01703DC70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C506ED-C46C-3A23-19F3-D51C37B7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91DA5-1BB7-4F24-BBEF-875EC84A17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298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94F4F61-D36F-A8B0-C558-460EA07D2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6A48C2-FD09-2822-65A8-69254DA5B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E91189-5C45-0EB4-AEB7-4ED01FCCED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3EB85-4062-47DD-9FF4-7DBAD9822735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AA5D57-1C33-4088-0407-AF9DC90EE3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277EAA-D2C1-3115-47A0-CB174DAFAD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91DA5-1BB7-4F24-BBEF-875EC84A17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435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4B12AF5-A60F-B3DD-1002-863131B39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8"/>
          <a:stretch>
            <a:fillRect/>
          </a:stretch>
        </p:blipFill>
        <p:spPr>
          <a:xfrm>
            <a:off x="1120740" y="1808161"/>
            <a:ext cx="4706647" cy="3047712"/>
          </a:xfrm>
          <a:prstGeom prst="rect">
            <a:avLst/>
          </a:prstGeom>
          <a:noFill/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4C57FCB-7D2C-513B-4ECA-4176B59B4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69" r="5649"/>
          <a:stretch>
            <a:fillRect/>
          </a:stretch>
        </p:blipFill>
        <p:spPr>
          <a:xfrm>
            <a:off x="6364614" y="1808161"/>
            <a:ext cx="4706647" cy="304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493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鹏飞 王</dc:creator>
  <cp:lastModifiedBy>鹏飞 王</cp:lastModifiedBy>
  <cp:revision>1</cp:revision>
  <dcterms:created xsi:type="dcterms:W3CDTF">2026-01-09T10:25:09Z</dcterms:created>
  <dcterms:modified xsi:type="dcterms:W3CDTF">2026-01-09T10:29:40Z</dcterms:modified>
</cp:coreProperties>
</file>