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3F196-AD8A-F370-1023-3566EC609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EE0404-2931-5FC6-B3A6-9AA0A4FB7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96BC-FB0F-4534-294D-8EA024E4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DA6BBF-6332-7779-BB8F-87641485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6AE64-FB33-AF90-DE73-7299C0CF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46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077F9-F66A-A07C-FDFE-7BA9F51D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78616A-5A36-0824-3915-FC852A14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EA5C04-A7CB-172E-B7B2-9EF5B74E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C6FFF-A185-4A89-947C-CCF71D37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B4190-962E-A4FA-8136-1C5498D0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99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7B9D5-6DA2-069F-01FD-A990261B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9E9A84-DFBC-CB4A-290A-7422A539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AAC80-4736-E17A-5952-A475D057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E57B6-5DBB-C49E-529C-6ADA1DC1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09FF4-CA73-8C3C-E5F6-2856414F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29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B4639-49D1-6495-3F98-34357BA8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172226-6CBE-E66E-BEF7-0B5BB7542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C83DA3-9982-A30A-D83B-ED268BEAE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7B318D-080C-796F-9D93-6065A48F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99D750-ACF0-45A9-F98B-EC6AE27E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62585-81C9-835C-2AAB-6BAB16DF5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11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67F49-984D-14A9-14CB-C4994CE3A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98A2EF-0F77-A9DF-AAFC-1C399B463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1269A-F8CB-6D09-6781-C2AF1FEA4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65C96C-C887-57FA-507C-04F29CD4E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5F49D8-AE02-7E23-FC18-6C6EAA8CB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77B76E7-E647-5534-13C3-CFD84EF5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44F070-03E1-3ED6-57E7-DB6B1399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8F3ADE-3134-D940-92FE-07E3EB91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5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468AB-0E6E-2609-064B-85D23821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E745C2-2744-495A-D9C3-37F63644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8F1A8B-C79D-D095-F993-3FEE4533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6328C1-1E6D-918F-8265-01DC11D0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3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AF4576-4ABF-EAC9-BD70-26B1041E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10FC52-2922-931E-13E5-CFC7C1B3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2FC4C-6A88-003E-ED49-6CE20F28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7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13750-8C7F-5F45-AEFB-22B23F7D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E7F62-5D09-C7F5-8A68-73CC3172D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A09DBF-10B9-3775-643F-01DE7DB37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BD9ED5-34BF-0091-2C94-A4D6B7EC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5BE26A-BF18-B43C-15C2-446606FF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B06B40-3773-E33B-C816-D2DDC302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56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CAB8F-49D7-2485-B216-9C1211DA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9CE08D-ABFE-1345-6A5B-19161151C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150157-26E3-5311-0C4C-80B774702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E2BDA2-F64F-B890-EE7A-B4CE26DE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E86703-CC14-AD40-C3FE-1FD5928A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A97D30-1EBB-9C18-3FB2-618E7AE3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48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66E93-2FF7-4D30-3325-3A691367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FDD4ED-B9B9-33B1-E825-EF741E50E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46F0FC-C5C1-6CE0-6F31-6EB8CC58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EA8918-FBB5-0C2E-65F4-0F94BE3F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B7A0F-9EC3-BD8A-748F-7F57ABE6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19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9A308E-F390-E69A-9CB3-8DFD1F2F2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9906EE-41FE-E673-7268-BB915FC3E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C4C491-FC0A-0699-E1E4-30CC19D7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850FF1-691F-2B4B-AF6C-0CD73B70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02984-3242-7342-267B-EAAEAD8A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10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17387C-35D1-2E38-EDE9-A7DD1BD3C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2EBC4-83F7-857D-0BC7-F948D6ACE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14C12-FB13-D738-8015-77C6D7205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162E4-3217-4F74-BA35-0FF40062FB2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3B344-2CE9-EE51-299E-CDF7812CA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E5700-2E8B-E1DF-EFCA-408D83F0C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FF363-A18A-4801-8E78-F557C1B2D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551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72A87C-5044-782F-4523-C887D910D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678" y="666750"/>
            <a:ext cx="5524500" cy="55149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F9EED5-227F-C6E4-50A0-E0BA9AA2B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24" y="676275"/>
            <a:ext cx="55245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8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鹏飞 王</dc:creator>
  <cp:lastModifiedBy>鹏飞 王</cp:lastModifiedBy>
  <cp:revision>1</cp:revision>
  <dcterms:created xsi:type="dcterms:W3CDTF">2026-01-08T11:21:39Z</dcterms:created>
  <dcterms:modified xsi:type="dcterms:W3CDTF">2026-01-08T11:22:37Z</dcterms:modified>
</cp:coreProperties>
</file>